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08 讲，协议与互操作：MCP 三原语。开场先讲情境，不要先讲概念。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用一张 N×M 的图讲，学生立刻懂。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现场用 curl 发一次 initialize，看 capabilities 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学生最容易把「查数据」做成 tool，其实应该是 resource。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让学生手工构造一次错误请求，看服务端返回什么。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 `pdm://assets/hot` 改成 `pdm://../other-tenant/assets`。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提供 3 个载荷，让学生亲自打自己的服务。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巡场重点：id 是否回传、错误码是否规范。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抽查审计日志：能否回答「谁在什么时候调了什么」。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让两组互换客户端联调，最能暴露协议问题。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安全项不及格，整讲降一级。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下一讲：智能体怎么记住东西，又怎么不乱学。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M2 智能体内核  ·  第 08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协议与互操作：MCP 三原语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JSON-RPC、tools/resources/prompts、白名单与 SSRF 防御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1.5 / 实践 2.5）｜机房｜学校教师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情境导入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三个客户三套对接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协议剖析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报文与三原语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实现联调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curl 走通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安全测试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3 个 SSRF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 MCP 的 JSON-RPC 交互流程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说出三类原语用途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 SSRF 三类绕过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实现 tools/resources/prompts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配置白名单与审计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防御 SSRF 并复测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建立协议思维：接口稳定比功能丰富重要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客户说：我们有自己的 Agent 平台，不想重写你们的界面，能不能直接调你们的能力？团队给了一套 REST API。客户问：工具描述、参数 schema、资源读取、提示模板，我们要一个个对接吗？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委托方：客户 IT 部（三家子公司）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核心矛盾：定制对接的成本 N×M vs 标准协议的一次性投入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REST 不够吗？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工具和资源有什么区别？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为什么要 prompts 原语？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白名单够安全吗？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审计日志该记什么？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N×M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为什么需要协议：N×M 集成灾难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 个客户 × 12 个工具 = 36 次对接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每个客户理解不同，参数映射不同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工具升级一次，三套客户端全改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没有统一的「能力发现」机制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结果：接口越来越多，维护越来越贵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协议的价值：把 N×M 变成 N+M。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MCP 2025-03-26：一次会话的生命周期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461"/>
                <a:gridCol w="4202789"/>
                <a:gridCol w="4202789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协商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initialize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交换协议版本与 capabilities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发现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tools/list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返回工具目录与 schema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tools/call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执行并返回结构化结果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读取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resources/read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只读上下文数据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模板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prompts/get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服务端受控提示模板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通知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notifications/*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列表变更等异步通知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JSON-RPC 2.0：请求有 id，响应必须带同一个 id。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THREE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三类原语：边界怎么划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7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933"/>
                <a:gridCol w="3308617"/>
                <a:gridCol w="2530119"/>
                <a:gridCol w="2919368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原语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会改变状态吗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典型用途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本项目例子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执行动作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诊断、确认告警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resources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不会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提供上下文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当前判据、热点设备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prompts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不会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受控模板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会诊提示模板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判定问：会做事吗（tool）？只是数据吗（resource）？只是话术吗（prompt）？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一次 tools/call 的完整报文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886200"/>
          </a:xfrm>
          <a:prstGeom prst="roundRect">
            <a:avLst>
              <a:gd name="adj" fmla="val 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FA3B6"/>
                </a:solidFill>
                <a:latin typeface="Consolas"/>
                <a:ea typeface="Consolas"/>
                <a:cs typeface="Consolas"/>
              </a:rPr>
              <a:t>JSON-RPC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// 请求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{"jsonrpc":"2.0","id":7,"method":"tools/call",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"params":{"name":"get_asset","arguments":{"asset_id":"EQ-A-001"}}}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// 成功响应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{"jsonrpc":"2.0","id":7,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"result":{"content":[{"type":"text","text":"{...}"}],"isError":false}}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// 失败响应（业务错误也用 result.isError，协议错误用 error）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{"jsonrpc":"2.0","id":7,"error":{"code":-32602,"message":"invalid params"}}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id 不对 = 客户端无法匹配响应；错误码混用 = 客户端无法区分「协议错」和「业务错」。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资源 URI 的三个坑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坑一：只做前缀匹配，`pdm://../other` 绕过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坑二：不校验租户，A 厂能读 B 厂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坑三：URI 里带 URL，直接去请求外部地址（SSRF）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防御：解析 → 规范化 → 白名单 → 租户强制注入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原则：URI 是标识，不是路径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永远不要相信客户端传来的 URI。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SSRF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SSRF 三类绕过与防御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8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593"/>
                <a:gridCol w="3802523"/>
                <a:gridCol w="4402922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绕过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手法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防御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内网 IP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直接请求 127.0.0.1 / 10.x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解析后校验 IP 段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302 跳转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公网地址跳到内网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禁止跟随跳转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DNS 重绑定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首次解析公网，二次解析内网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解析一次并锁定 IP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只校验字符串（比如包含 localhost）一定被绕过，必须校验解析后的 IP。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实操：从 manifest 到 curl 跑通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 manifest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3+2+1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5560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556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556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实现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56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list/call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388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实现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URI 校验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19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实现 prompts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变量渲染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052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052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052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curl 联调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052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保存报文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6883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883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883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安全测试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883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3 个载荷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联调必须用 curl，不要只用自己的客户端——客户端会掩盖协议错误。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manifest 三类原语齐全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非法 URI 被拒（越权/穿越）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未白名单工具不可调用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每次调用有审计（含 trace_id）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 个 SSRF 载荷全拦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curl 报文完整可复现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四个高频错误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JSON-RPC 不回 id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 HTTP 状态码当 JSON-RPC 错误码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URI 只做字符串前缀匹配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审计只记工具名，不记参数摘要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协议实现的第一标准：另一个客户端能接上。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本讲评分（3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协议实现正确性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原语边界划分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安全防护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助教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manifest 文档质量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组间互评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3.0分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协议解决 N×M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一次实现，多端接入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三原语分工明确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做事 / 给数据 / 给话术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URI 必须校验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解析后校验，不是字符串匹配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审计是合规底线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谁、何时、调了什么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对比 MCP 与 A2A 的适用边界（300 字）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补一条 resources 的租户隔离测试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 manifest 接入自己的客户端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预习：三层记忆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位置：artifacts/T08_MCP/
截止：课后 48 小时
必写：README + 报文样例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09 讲 · 记忆与技能：Hermes 三层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带上你们踩过的坑——今天要把它变成「技能」。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