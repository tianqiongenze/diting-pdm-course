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本讲为第 10 讲，诊断与证据链：让结论站得住。开场先讲情境，不要先讲概念。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先让学生看到节奏：4 学时不是 4 节理论课，而是 1 个完整工作循环。强调最后 25 分钟验收不可省。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逐条读目标，但不要解释。告诉学生：目标不是背的，是下课前用来对照的。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讲情境时不要急着给答案。讲完停 5 秒，问：'如果是你，你怎么回答？' 让 2–3 个学生说。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问题链是本讲的骨架。每讲完一个概念，回到对应问题，确认学生能答。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这讲由企业导师主讲判据部分，教师负责方法与证据链。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现场给一条「无证据结论」，让学生补齐四要素。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企业导师补充：现场哪种故障最多、最容易误判。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Git 类比：commit、diff、revert。学生秒懂。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企业导师讲真实发布流程与踩过的坑。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企业导师重点讲「误报标记怎么回收」。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举一个反例：模型说 0.99，实际正确率 0.6。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企业导师参与验收，重点看「敢不敢拿去跟班长说」。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让学生互相挑证据漏洞，效果最好。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企业导师的分数占比高，因为判据是现场知识。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下一讲：从「当前状态」到「未来会怎样」。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作业要当堂说清楚提交位置与截止时间。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结束页不要拖堂。留 10 分钟做复盘三问，比多讲一个知识点有价值。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81160" y="32004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0" b="1" i="0">
                <a:solidFill>
                  <a:srgbClr val="1E334A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M3 决策智能  ·  第 10 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8321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诊断与证据链：让结论站得住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五维分解、包络谱、判据版本化与误报治理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7498079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4 学时（理论 1.0 / 实践 3.0）｜机房｜学校教师 + 企业导师 2h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F8296"/>
                </a:solidFill>
                <a:latin typeface="微软雅黑"/>
                <a:ea typeface="微软雅黑"/>
                <a:cs typeface="微软雅黑"/>
              </a:rPr>
              <a:t>AI 智能体工程化项目实战  ·  64 学时  ·  双元制本土化课程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本讲导航：4 学时怎么用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事故导入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217 条告警 11 条真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证据方法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四要素与包络谱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企业主讲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判据怎么定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判据评审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变更与发布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行动六步（完整行动模型）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7685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5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301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917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每一讲都走完这六步：接到任务 → 想清楚 → 定方案 → 做出来 → 自己验 → 被评价。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本讲目标：3 知识 + 3 技能 + 1 素养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10128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说出证据四要素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说出轴承诊断判据（≥2 阶且 SNR≥3）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说出判据版本化发布流程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920240"/>
            <a:ext cx="3310128" cy="457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输出带证据链的诊断结论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完成一次判据变更评审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解释置信度来源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1920240"/>
            <a:ext cx="33101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素养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建立证据高于结论的职业习惯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达标标准：能做出工件 + 能说清依据 + 能通过交叉验收。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SITUATION · 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上线第一个月，系统报了 217 条告警，班组核实只有 11 条是真的。班长把告警群屏蔽了。第二个月，一台真要坏的设备报了警，没人看。停机 14 小时，损失 46 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493776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委托方：设备科 / 班组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核心矛盾：告警数量 vs 告警可信度：报警越多，越没人信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QUESTION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问题链：今天要回答的 5 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217 条告警里 11 条真，问题在阈值还是证据？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468880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为什么要求至少 2 阶谐波？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310128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112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930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SNR≥3 是什么概念？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151376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525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3425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判据改了，历史告警要不要重算？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992624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7550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置信度 0.8 是什么意思？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下课前，这 5 个问题你要能自己回答，而不是背答案。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POST-MORTEM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217 → 11：信任是怎么丢的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第一周：每天 8 条告警，班组还看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第三周：每天 20 条，开始只看红色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第二月：班长直接屏蔽群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真故障来了，没人看，停机 14 小时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根因不是模型不准，是「没法判断该不该信」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告警的价值 = 准确率 × 可信度；可信度为 0，准确率再高也没用。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证据四要素：缺一条就不算证据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328"/>
                <a:gridCol w="4402922"/>
                <a:gridCol w="4202789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要素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回答什么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反例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测点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在哪测的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「振动偏大」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时间窗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哪个时间段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「最近」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特征值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具体数值/频谱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「明显上升」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版本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哪套规则/模型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没写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检验：三个月后，另一个人能不能用这条结论复现同样的判断？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BEARING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包络谱：四种轴承故障频率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1195"/>
                <a:gridCol w="4603055"/>
                <a:gridCol w="4202789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代号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判定要点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BPFO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外圈故障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特征频率 + 谐波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BPFI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内圈故障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常伴转频边带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BSF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滚动体故障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2×BSF 也常见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FTF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保持架故障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低频，易被淹没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判据：≥2 阶谐波 且 SNR ≥ 3，才输出假设（防单峰误报）。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判据不是常量，是「版本化的规则」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3886200"/>
          </a:xfrm>
          <a:prstGeom prst="roundRect">
            <a:avLst>
              <a:gd name="adj" fmla="val 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FA3B6"/>
                </a:solidFill>
                <a:latin typeface="Consolas"/>
                <a:ea typeface="Consolas"/>
                <a:cs typeface="Consolas"/>
              </a:rPr>
              <a:t>alert_rule · 主键 (tenant_id, rule_id, version)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58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rule_id      : R-VIB-001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version      : 7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scope        : site | group        # 基地级 / 集团级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condition    : vib_rms &gt; zone_c AND trend &lt; -1.0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action       : raise_alert(level="orange")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status       : draft | published | retired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approved_by  : ...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published_at : 2026-10-20T09:00:00+08:00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change_note  : 误报率高，抬高阈值 10%，增加趋势条件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-- 发布：新版本 +1，旧版本 retired（可回滚）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判据变更必须回答三件事：改什么、为什么、影响谁。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PUBLISH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判据发布五步：草稿到生效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975103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9751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草稿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19751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改条件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35224" y="1965960"/>
            <a:ext cx="1975103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224" y="2148840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5224" y="2423160"/>
            <a:ext cx="19751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评审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907792"/>
            <a:ext cx="19751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影响分析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93207" y="1965960"/>
            <a:ext cx="1975103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7" y="2148840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2423160"/>
            <a:ext cx="19751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发布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7" y="2907792"/>
            <a:ext cx="19751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版本 +1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51192" y="1965960"/>
            <a:ext cx="1975103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1192" y="2148840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2423160"/>
            <a:ext cx="19751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灰度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2907792"/>
            <a:ext cx="19751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单基地先试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09176" y="1965960"/>
            <a:ext cx="1975103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9176" y="2148840"/>
            <a:ext cx="1975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9176" y="2423160"/>
            <a:ext cx="19751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生效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2907792"/>
            <a:ext cx="19751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全量 + 回滚点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251960"/>
            <a:ext cx="10607040" cy="105156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48056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不允许直接改库：没有版本、没有评审、没有回滚点的变更，等于埋雷。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FALSE ALARM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误报治理：三条主线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阈值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分区/基线/动态阈值，按设备类型分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证据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多阶谐波 + SNR + 趋势确认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反馈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误报标记回流，进入下一版判据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分级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红/橙/黄不同通知策略，避免疲劳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指标</a:t>
            </a:r>
            <a:r>
              <a:rPr sz="190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  误报率、漏报率、平均确认时长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没有反馈闭环的判据，只会越来越不准。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置信度必须校准，否则不许展示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置信度 0.8 的含义：历史上这类结论约 80% 正确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未校准的置信度 = 误导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校准方法：分桶统计实际正确率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展示要求：置信度 + 样本量 + 判据版本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免责声明：AI 辅助，不构成维修指令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项目宪法 3.4：未校准的置信度不得展示给用户。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本讲验收（DoD）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每条结论含测点/时间窗/特征值/版本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轴承假设满足 ≥2 阶且 SNR≥3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发布单含理由/影响/回滚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至少 1 条正确触发「数据不足」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报告含置信度说明与免责声明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评审会答辩通过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自检 → 换组交叉验收 → 双方签字，缺一项不算完成。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四个高频错误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证据只写「振动偏大」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判据改了不写版本号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单峰命中就报故障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置信度拍脑袋写 0.9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证据链不是给别人看的，是给自己留的退路。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本讲评分（3.5 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65960"/>
          <a:ext cx="8595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737360"/>
                <a:gridCol w="228600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评分点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评分人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证据链完整性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诊断正确性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企业导师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判据变更规范性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评审答辩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企业导师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55480" y="2011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总分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286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3.5分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29184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计入
工件作品集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评分规则：按证据打分，不看口才；关键项缺失整项降级；红线违规一票否决。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本讲小结：带走 4 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证据四要素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00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测点/时间窗/特征值/版本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98648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98648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判据要版本化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7413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草稿→评审→发布→灰度→回滚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922776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41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误报靠闭环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标记回流，下一版更准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46904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946904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06577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置信度要校准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42239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未校准不许展示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课后任务与预习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分析一次误报的三种可能根因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为一条判据写影响分析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补一条「数据不足」的诊断样例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预习：退化建模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611880" cy="3566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6032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位置：artifacts/T10_诊断报告/
截止：课后 48 小时
必写：README + 发布单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11 讲 · 世界模型 L1：反事实推演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带上你们的诊断报告——今天要回答「如果提前修会怎样」。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420624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9FB2C4"/>
                </a:solidFill>
                <a:latin typeface="微软雅黑"/>
                <a:ea typeface="微软雅黑"/>
                <a:cs typeface="微软雅黑"/>
              </a:rPr>
              <a:t>下课前 10 分钟：复盘三问
① 凭什么说它是对的？ ② 明天最先坏在哪？ ③ 哪一步可以少走？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