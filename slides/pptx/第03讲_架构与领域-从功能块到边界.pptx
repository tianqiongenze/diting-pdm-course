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03 讲，架构与领域：从功能块到边界。开场先讲情境，不要先讲概念。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让学生说他们做过的项目里，最不敢改的是哪个文件。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Container 图是给业务方看的，不是给运维看的。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这张表要让学生对照自己的需求，检查有没有漏掉治理上下文。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现场用便利贴做 10 分钟，比讲 20 分钟有效。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强调异步不是「更高级」，是「更解耦」，代价是要处理最终一致。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提前埋钩子，第 14 讲会回来看这张图。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走查时随机点一条线，问「为什么是异步」。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鼓励学生争辩边界，争辩过程就是学习。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边界合理性看「不负责」栏写得多具体。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下一讲进入数据，提醒带上架构图。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M1 认知与规格  ·  第 03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架构与领域：从功能块到边界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C4 模型、事件风暴、限界上下文与同步/异步取舍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反例导入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3000 行万能服务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建模方法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C4 + 事件风暴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建模实操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8 个上下文 + 事件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架构走查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质询与答辩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C4 四层视图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说出限界上下文的判定依据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区分命令、事件、策略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完成一次事件风暴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画出 Context/Container 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输出 ≥12 条领域事件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建立边界意识：先说清不做什么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外包做了一版「万能服务」：3000 行一个文件，查设备、算指标、发告警、建工单、调备件全在里面。第 3 周加多基地需求，改一处崩三处。外包说：你们需求老变。团队说：你架构扛不住变。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委托方：集团架构评审委员会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核心矛盾：变更频率 vs 边界模糊：谁都不负责，就谁都要改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设备档案和诊断，为什么不能放一个上下文？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告警是事件还是命令？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诊断完成到生成工单，必须同步吗？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边缘断网时，哪个上下文必须活？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如果一个上下文只有一张表，它还有意义吗？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万能服务的三次崩溃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第一次：加「多基地」，租户过滤漏了三处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第二次：改告警阈值，诊断结果跟着变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第三次：换消息队列，前端一起改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根因：按技术分层，不按业务能力分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结果：改一处、崩三处、没人敢动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架构的第一价值不是「先进」，是「改得动」。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C4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C4 四层：从全景到代码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3314700"/>
                <a:gridCol w="552450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层级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回答什么问题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本课程要求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Context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系统与谁交互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必须画：EAM、SCADA、集团平台、供应商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Container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由哪些服务/库组成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必须画：职责 + 协议，禁止写框架名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Component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服务内部怎么分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选做：诊断服务内部分层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Code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类与函数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不要求：代码本身就是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Container 图里出现「Spring」「Litestar」就是画错了。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本项目的 8 个限界上下文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369"/>
                <a:gridCol w="4444854"/>
                <a:gridCol w="4242816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负责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不负责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台账、测点、关键度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不算健康度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监测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采集、特征、阈值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不做诊断结论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诊断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五维 HI、故障假设、证据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不排产、不订货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决策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会诊、方案卡、成本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不执行工单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工单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工单生命周期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不管备件库存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备件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库存、到货周期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不判断该不该换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案例、技能、检索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不直接改判据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治理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判据版本、模型版本、审计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不参与业务计算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检验问：如果它独立成公司，它卖什么？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EVENT STORMING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事件风暴：四色贴纸怎么贴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9834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产出物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命令（祈使）：AckAlert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事件（过去式）：AlertAcked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聚合：Alert / WorkOrder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策略：当…则…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4983480" cy="54864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判定规则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事件必须是「已发生」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命令可以被拒绝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聚合是一致性边界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策略是跨聚合的粘合剂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写不出过去式，说明你写的不是事件。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SYNC OR ASYNC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同步还是异步：三问定夺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252"/>
                <a:gridCol w="1909267"/>
                <a:gridCol w="1909267"/>
                <a:gridCol w="3394252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强一致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跨组织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诊断→方案卡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异步（事件）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方案卡确认→工单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 + 事务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集团→基地判据下发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最终一致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 + 版本校验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供应商质量上报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异步（A2A）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默认异步，除非业务说「必须马上一致」。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边缘断网：哪些必须活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必须活：采集、特征、诊断、本地告警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可降级：会诊、方案卡（转人工）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可暂停：知识检索、跨基地汇总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恢复后：摘要补传、按时间戳去重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原则：宁可降级，不可整体不可用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这条会在第 14 讲动手验证。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8 个上下文有职责与不负责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事件 ≥12 条且全为过去式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Container 图无框架名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跨上下文交互标注同步/异步+理由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能回答断网时哪些必须活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图能被他人读懂（走查通过）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四个常见建模错误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按「前端/后端/数据库」分层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把「发送告警」当事件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一个上下文包揽全部治理职责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图很漂亮，但没人能说出边界理由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边界不是画出来的，是吵出来的——吵不清就说明还没想清。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边界合理性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事件建模质量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图的可读性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组间互评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走查答辩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边界按业务能力分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不是按技术分层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事件是过去式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命令才是祈使句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默认异步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除非必须强一致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断网先保命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采集/诊断/本地告警必须活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补一张「边缘降级」时序图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把事件清单同步到需求 RTM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选一个上下文写 100 字职责说明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预习：健康指数怎么算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位置：artifacts/T03_架构设计/
截止：课后 48 小时
必写：README + 图源文件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04 讲 · 数据与特征：1 亿行到 5 维 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带计算器：今天要手算一遍健康指数。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