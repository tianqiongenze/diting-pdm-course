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本讲为第 12 讲，多角色会诊：四角色 + Evaluator。开场先讲情境，不要先讲概念。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先让学生看到节奏：4 学时不是 4 节理论课，而是 1 个完整工作循环。强调最后 25 分钟验收不可省。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逐条读目标，但不要解释。告诉学生：目标不是背的，是下课前用来对照的。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讲情境时不要急着给答案。讲完停 5 秒，问：'如果是你，你怎么回答？' 让 2–3 个学生说。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问题链是本讲的骨架。每讲完一个概念，回到对应问题，确认学生能答。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企业导师讲真实岗位视角，学生演一遍就懂了。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这是很好的教学点：一个看似小的实现细节，可能导致停机事故。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对应代码评审：作者不能给自己 approve。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现场展示一张真实方案卡（脱敏），学生对照自己的看差距。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让学生算一遍：停 1 天 8 万，修 3 天，净收益是多少。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企业导师带队做角色扮演，教师控场计时。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缺确认人的方案卡直接退回，这是硬性要求。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让一组演示「没有规则」的会，再演示「有规则」的会，对比强烈。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角色扮演不真实（四个人说一样的话）该项计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下一讲进入交付：从「能判断」到「敢上线」。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作业要当堂说清楚提交位置与截止时间。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结束页不要拖堂。留 10 分钟做复盘三问，比多讲一个知识点有价值。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81160" y="32004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0" b="1" i="0">
                <a:solidFill>
                  <a:srgbClr val="1E334A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M3 决策智能  ·  第 12 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8321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多角色会诊：四角色 + Evaluator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加权聚合、平票规则、独立评审与方案卡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7498079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4 学时（理论 1.0 / 实践 3.0）｜机房/企业视频｜企业导师 2h + 教师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F8296"/>
                </a:solidFill>
                <a:latin typeface="微软雅黑"/>
                <a:ea typeface="微软雅黑"/>
                <a:cs typeface="微软雅黑"/>
              </a:rPr>
              <a:t>AI 智能体工程化项目实战  ·  64 学时  ·  双元制本土化课程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本讲导航：4 学时怎么用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角色扮演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2 小时没结论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会诊机制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权重与平票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会诊实操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四份独立意见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方案卡评审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厂长质询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行动六步（完整行动模型）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685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301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每一讲都走完这六步：接到任务 → 想清楚 → 定方案 → 做出来 → 自己验 → 被评价。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本讲目标：3 知识 + 3 技能 + 1 素养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10128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说出四角色视角与权重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说出加权聚合与平票规则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说出 Evaluator 三项检查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3310128" cy="457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组织四角色独立出意见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运行聚合与评审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生成含成本效益的方案卡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1920240"/>
            <a:ext cx="33101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素养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建立人机共决意识：AI 给建议，人签字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达标标准：能做出工件 + 能说清依据 + 能通过交叉验收。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SITUATION · 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一台关键电机 HI=48。现场说今晚就停，可靠性说再观察 3 天，生产说这周订单排满停一天罚 8 万，维修说备件 5 天到货现在停了也修不了。会议开了 2 小时，没有结论。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493776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委托方：基地厂长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核心矛盾：四个部门目标冲突 vs 必须给出一个可执行结论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QUESTION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问题链：今天要回答的 5 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四个人吵，听谁的？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468880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为什么可靠性权重最高（0.3）？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310128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112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930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2:2 平票怎么办？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151376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342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Evaluator 为什么不能由生成方兼任？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992624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7550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AI 说立即停机，厂长说再等等，怎么办？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下课前，这 5 个问题你要能自己回答，而不是背答案。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FOUR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四个角色：各自看到什么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552"/>
                <a:gridCol w="4049960"/>
                <a:gridCol w="2121408"/>
                <a:gridCol w="2507118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关注点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典型主张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现场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安全、别停线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0.20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今晚就停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可靠性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判断准确性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0.30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再观察 3 天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订单、交付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0.25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等这周过完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维修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备件、人力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0.25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备件到了再修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权重不是权力，是「判断错了谁承担」的责任比例。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加权聚合 + 平票裁决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3886200"/>
          </a:xfrm>
          <a:prstGeom prst="roundRect">
            <a:avLst>
              <a:gd name="adj" fmla="val 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FA3B6"/>
                </a:solidFill>
                <a:latin typeface="Consolas"/>
                <a:ea typeface="Consolas"/>
                <a:cs typeface="Consolas"/>
              </a:rPr>
              <a:t>app/decision.py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58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ROLE_WEIGHTS = {"shopfloor":0.20, "reliability":0.30,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            "production":0.25, "maintenance":0.25}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VERDICT_SEVERITY = {"NO_ACTION":0, "MONITOR":1,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                "PLAN_WINDOW":2, "ACT_NOW":3}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score[o.verdict] += ROLE_WEIGHTS[o.role]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return max(score.items(),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       key=lambda kv: (round(kv[1], 6), VERDICT_SEVERITY[kv[0]]))[0]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 为什么不能 max(set(...), key=count)：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 2:2 平票时 set 无序 → 结果随机 → 红色设备可能被判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决策系统不允许「随机」。平票必须有确定性规则。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EVALUATOR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独立 Evaluator：三项检查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一致性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四份意见是否基于同一份数据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冲突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哪些结论互斥、冲突点在哪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证据缺口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谁的结论缺关键证据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独立性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不能由生成意见的角色兼任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输出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不改结论，只标风险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自己评自己，必然宽松。独立性是评审有效的前提。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方案卡：一张纸说清怎么干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9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328"/>
                <a:gridCol w="4202789"/>
                <a:gridCol w="4402922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字段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要求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ACT_NOW / PLAN_WINDOW / MONITOR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唯一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窗口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什么时候做、做多久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精确到班次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备件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需要什么、何时到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含替代方案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成本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停机损失 + 维修成本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可核算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最坏情况是什么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含触发条件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确认人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谁签字负责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不可为空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没有确认人的方案卡，等于没有方案。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成本效益：别只算维修费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1726"/>
                <a:gridCol w="4002656"/>
                <a:gridCol w="4002656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算法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注意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停机损失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停机小时 × 每小时产值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含上下游停线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维修成本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人工 + 备件 + 外协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含加急费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提前保养收益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避免的停机 − 保养成本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用区间不写单点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ROI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净收益 / 投入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注明周期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只算维修费，会把「停机损失」这项最大的成本漏掉。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实操：90 分钟开完一场会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独立写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四色卡片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5560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556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556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公开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556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标冲突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388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388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聚合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388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权重+平票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19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19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评审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Evaluator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052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052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052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出卡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052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六要素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6883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883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883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算账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883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成本效益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251960"/>
            <a:ext cx="10607040" cy="105156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48056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关键：先独立写，再公开。否则第一个人说什么，后面全跟着说。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本讲验收（DoD）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四份意见独立且有签名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聚合可复算、平票有裁决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Evaluator 指出 ≥1 处证据缺口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方案卡六要素齐全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成本含停机损失与净收益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确认人签字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自检 → 换组交叉验收 → 双方签字，缺一项不算完成。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四个高频错误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四角色意见互相抄袭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平票随机决定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方案卡没有确认人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成本只算维修，不算停机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会诊不是「开会」，是「按规则收敛」。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本讲评分（3.5 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65960"/>
          <a:ext cx="8595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737360"/>
                <a:gridCol w="22860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评分点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评分人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角色扮演真实性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企业导师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聚合与裁决正确性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方案卡完整性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成本效益测算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企业导师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55480" y="2011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86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3.5分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29184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计入
工件作品集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评分规则：按证据打分，不看口才；关键项缺失整项降级；红线违规一票否决。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本讲小结：带走 4 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会诊靠规则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权重 + 平票，不靠嗓门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98648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98648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Evaluator 必须独立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741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自己评自己必然宽松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922776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41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方案卡要有人签字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AI 建议，人负责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946904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0657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成本要算停机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4223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最大的成本常被漏掉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课后任务与预习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为「备件未到货」设计 3 条处置策略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把方案卡接入工单系统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补一条拒绝原因码回流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准备阶段评审 R3 材料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611880" cy="3566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位置：artifacts/T12_会诊/
截止：课后 48 小时
必写：README + 方案卡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13 讲 · 质量工程：测试金字塔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下一讲开始，我们只关心一件事：它会不会坏。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420624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9FB2C4"/>
                </a:solidFill>
                <a:latin typeface="微软雅黑"/>
                <a:ea typeface="微软雅黑"/>
                <a:cs typeface="微软雅黑"/>
              </a:rPr>
              <a:t>下课前 10 分钟：复盘三问
① 凭什么说它是对的？ ② 明天最先坏在哪？ ③ 哪一步可以少走？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