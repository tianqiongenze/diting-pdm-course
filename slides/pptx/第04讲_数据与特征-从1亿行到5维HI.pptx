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04 讲，数据与特征：从 1 亿行到 5 维 HI。开场先讲情境，不要先讲概念。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逐个问：为什么温升 15℃ 算致命？让学生联系现场经验。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强调权重不是拍脑袋，是工程经验 + 可调参数。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这是学生最容易错的地方。现场出一道「温度 95℃、振动正常」的题。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提醒：红色 4 小时是承诺，不是建议。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强调报告要有结论，不是三张截图。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让学生练一遍话术，对着同桌说。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抽一组现场复算，验证报告不是抄的。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用「补 0 后 HI 反而升高」的例子讲，冲击力强。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企业导师看「这个结论敢不敢拿去跟班长说」。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下一讲进入 Harness，提醒把「指标」变成「工具」。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M1 认知与规格  ·  第 04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数据与特征：从 1 亿行到 5 维 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振动、峭度、温升、电流、趋势——以及「数据不足」怎么说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1.5 / 实践 2.5）｜机房｜学校教师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情境唤醒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两个数说正常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公式推导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五维与归一化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对照实验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完整/缺维/致命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结果研讨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为什么这维最大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说出五维指标的物理含义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说出归一化分母的工程意义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说出单维短路与缺维重归一规则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用真实指标计算 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构造缺维场景并标记降级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解释每个维度的贡献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建立「数据不足就说不足」的诚实原则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现场只有振动和温度传感器，系统算出 HI=82，判「绿色正常」。老周问：你就凭两个数说我设备正常？工程师说：模型就是这么算的。老周说：那这模型我不敢用。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委托方：设备科 / 可靠性组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核心矛盾：数据不完整 vs 结论要肯定：系统该说「正常」还是「我不知道」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振动 RMS 从 2.8 涨到 4.5，算坏吗？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温度 95℃、振动正常，HI 该是多少？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缺了电流维度，还能说设备健康吗？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权重 0.35 给振动，凭什么？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HI=60 和 HI=59 有本质区别吗？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FIVE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五维指标：定义、公式、致命值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62"/>
                <a:gridCol w="3360646"/>
                <a:gridCol w="4200807"/>
                <a:gridCol w="1680323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归一化 s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致命值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vib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振动 RMS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(x−基线)/(基线×3) 或 ISO 分区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s≥1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imp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峭度（冲击）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(k−4)/4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k≥8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temp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温升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ΔT/15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ΔT≥15℃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curr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电流偏差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|dev|/25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trend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劣化速率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|斜率|/5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5%/天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每个分母都是一个「工程上认为致命」的值。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权重与合成：为什么振动占 0.35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振动 0.35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旋转机械最敏感的早期征兆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峭度 0.20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早期冲击，先于 RMS 变化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温升 0.15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滞后指标，但确定性高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电流 0.15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反映负载与电气故障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趋势 0.15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反映发展速度，不是当前状态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权重可配置，但每个权重必须有依据，且要写进模型卡。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两条铁律：单维短路 + 缺维重归一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pdm_signal/health.py · compute_hi()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规则 1：任一维度 s &gt;= 1.0 → HI = 0（单维致命短路）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fatal = [d for d in dimensions if d.s &gt;= 1.0 - EPS]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if fatal: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return HealthIndex(hi=0.0, level="red", sla_hours=4, ...)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规则 2：缺维 → 按剩余维度权重重归一，并标记 degraded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raw = {d.name: weight_of(d) for d in dimensions}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total = sum(raw.values())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hi = 100 * (1 - sum(s * w for s, w in ...) / total)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规则 3：权重和为 0 → 抛错（无意义输入）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单维致命不能平均：温度爆表时，振动正常不代表设备正常。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四级色与 SLA：分级是管理工具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062"/>
                <a:gridCol w="2401593"/>
                <a:gridCol w="2601726"/>
                <a:gridCol w="4002656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等级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HI 区间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SLA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≥80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常规巡检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黄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60–79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168h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纳入周计划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橙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40–59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72h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排产窗口内处理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&lt;40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4h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立即处置/停机评估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分级不是物理突变，是管理约定；临界区必须人工复核。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三组对照实验：把「降级」跑出来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251460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完整 5 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HI 与贡献分解
基线组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65960"/>
            <a:ext cx="251460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231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 2 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07792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HI 可能仍高
但 degraded=true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65960"/>
            <a:ext cx="251460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单维致命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907792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HI=0
验证短路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965960"/>
            <a:ext cx="251460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231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噪声/漂移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907792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看基线是否失效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实验报告必须回答：缺维时 HI 还能不能用来做停机决策？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数据不足时，正确的话术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「当前仅有振动与温度，缺电流维度，结论置信度下调」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「建议 7 天内补装电流互感器，期间复检周期缩短至 3 天」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「不做停机决策，仅建议加强巡检」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禁止：「设备正常」——信息不完整时不得给肯定结论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这是项目宪法第四条：数据不足时，宁可说不足，不可说正常。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五维公式与代码一致、单位正确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三组对照均有 HI/等级/贡献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缺维场景明确 degraded=true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单维致命验证 HI=0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结论含不适用情况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报告能被他人复算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单位混用（mm/s 与 μm）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缺维时补 0 或补均值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忘记单维短路，直接加权平均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把「数据不足」写成「正常」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补 0 是最危险的：它会把「不知道」伪装成「很好」。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计算正确性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降级处理正确性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报告可解释性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边界说明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五维各有致命值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分母就是工程经验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单维致命直接归零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不能平均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缺维必须降级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重归一 + degraded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诚实比准确更重要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数据不足就说不足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构造「传感器漂移」场景，写 300 字识别方案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 HI 计算封装成一个函数，供第 05 讲做工具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预习：什么是工具副作用分级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补齐实验报告的不适用说明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位置：artifacts/T04_HI实验/
截止：课后 48 小时
必写：README + 可运行脚本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05 讲 · 智能体解剖：Model + Harness 与 12 个工具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把你们的 HI 计算包成一个「工具」带来。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