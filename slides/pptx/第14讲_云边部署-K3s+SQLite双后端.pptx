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14 讲，云边部署：K3s + SQLite 双后端。开场先讲情境，不要先讲概念。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强调「约束驱动」，这是架构师最核心的思维方式。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画一张数据流图：采集→边缘→摘要→中心。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现场改一条 SQL，看两种后端结果是否一致。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 WAL 模式与默认模式的区别。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企业导师带做，教师记录卡点。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强调版本一致性：总部看到的和基地算的必须是同一版。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断网演练统一进行，教师计时 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这四个都是上游真实踩过的坑。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断网时数据丢失的，本讲计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下一讲：上线之后，怎么知道它变差了。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M4 工程化交付  ·  第 14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云边部署：K3s + SQLite 双后端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边缘约束、WAL、方言翻译、站点注册与断网演练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2.5）｜机房+企业现场｜企业导师 2h + 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情境导入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印尼基地四约束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抽象与方言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部署实操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注册与上行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断网演练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降级与补传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说出边缘选型四约束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 SQLite WAL 的适用与边界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说出五类 SQL 方言差异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完成边缘部署与注册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验证双后端一致性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执行断网降级与恢复补传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建立约束驱动选型意识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印尼基地：一条产线，两台服务器，网络每周断 3 次，现场没有 DBA。集团要求数据不出厂，但总部要看各基地健康度。架构师给了两个选项：每基地一套 TiDB，或边缘 SQLite + 摘要上行。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委托方：海外基地 IT / 集团平台组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核心矛盾：集团统一管控 vs 边缘资源与网络现实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为什么边缘不用 TiDB？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SQLite 能撑多少并发？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为什么要有方言翻译层？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哪些数据能出厂？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断网 3 天，恢复后会发生什么？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边缘四约束：选型不是选先进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328"/>
                <a:gridCol w="4202789"/>
                <a:gridCol w="4402922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现实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对选型的影响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2C4G 单节点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TiDB 三节点起不来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运维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现场无 DBA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不能要人工干预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每周断 3 次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必须能离线运行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数据不出厂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原始数据不能上云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结论：不是 SQLite 更先进，是它在这个约束下能活。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云边架构：中心管标准，边缘管实时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9834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中心（TiDB）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集团判据与版本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跨基地汇总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模型与技能库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统一审计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4983480" cy="54864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边缘（SQLite）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本地设备与指标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实时诊断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本地告警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摘要上行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数据主权分级：原始波形与工艺参数不出厂，摘要与告警可上行。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DUAL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同一套代码，两种库：方言翻译五类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app/repository.py · _translate()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1) 占位符      %s            -&gt; ?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2) Upsert      ON DUPLICATE KEY UPDATE -&gt; ON CONFLICT(...) DO UPDATE SET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3) 忽略重复    INSERT IGNORE -&gt; INSERT OR IGNORE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4) 时间函数    NOW()         -&gt; CURRENT_TIMESTAMP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5) 时间间隔    TIMESTAMPADD(DAY, -7, NOW()) -&gt; datetime('now','-7 day')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sql = _translate(sql)          # 只改 SQL，不改业务代码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连接：sqlite3.connect(path, isolation_level=None)  # 真自动提交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      PRAGMA journal_mode=WAL; PRAGMA busy_timeout=5000;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抽象层的价值：业务代码不知道自己在哪种库上跑。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SQLite 的能与不能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能：单写多读，WAL 下读不阻塞写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能：文件即数据库，备份就是拷文件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能：断电恢复、事务完整（WAL + synchronous）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不能：多节点共享写、高并发写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不能：复杂 OLAP、大规模并发分析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边界清楚，才敢用。用错场景，SQLite 会锁到你怀疑人生。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边缘部署七步：从空机到可服务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358537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装运行时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K3s/容器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8657" y="1965960"/>
            <a:ext cx="1358537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657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8657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配存储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8657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本地卷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60074" y="1965960"/>
            <a:ext cx="1358537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074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0074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起服务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0074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健康检查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1491" y="1965960"/>
            <a:ext cx="1358537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1491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1491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注册站点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1491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site_registry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2908" y="1965960"/>
            <a:ext cx="1358537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908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2908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上行摘要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2908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read_edge_summary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84325" y="1965960"/>
            <a:ext cx="1358537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4325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4325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验一致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4325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双后端比对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25742" y="1965960"/>
            <a:ext cx="1358537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5742" y="2148840"/>
            <a:ext cx="13585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5742" y="2423160"/>
            <a:ext cx="135853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演练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5742" y="2907792"/>
            <a:ext cx="13585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断网/恢复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部署单必须含回滚步骤：出问题 10 分钟内能退回上一版。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联邦三张表：注册、摘要、判据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118"/>
                <a:gridCol w="4049960"/>
                <a:gridCol w="404996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关键字段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site_registry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站点注册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site_id / 区域 / 版本 / 心跳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read_edge_summary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摘要上行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site_id / 时间 / KPI / 版本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alert_rule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判据下发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tenant / rule / version / scope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判据版本不一致，是跨基地对比失真的头号原因。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边缘服务重启后数据不丢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站点注册成功、摘要可查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同一 SQL 两种后端结果一致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断网时本地可用且 degraded=true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恢复后补传无重复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部署单含回滚步骤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四个致命错误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SQLite 用 :memory:，重启全丢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isolation_level 未设 None，事务不提交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断网时静默失败，不标降级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恢复后重复补传，数据翻倍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边缘最怕的不是断网，是断网后「假装没事」。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部署正确性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双后端一致性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断网演练表现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部署单质量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选型看约束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不是看先进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双后端靠抽象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业务代码不感知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边缘要能离线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断网可用 + 标记降级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恢复要能补传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去重是关键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写一页《海外基地数据合规建议》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补一条判据版本一致性校验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把部署单改成可交接文档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准备阶段评审 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位置：artifacts/T14_部署/
截止：课后 48 小时
必写：README + 联调记录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15 讲 · 可观测与治理：OTel / 漂移 / A2A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下一讲回答一个问题：你怎么知道它悄悄变差了？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