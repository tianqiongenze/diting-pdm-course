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09 讲，记忆与技能：Hermes 三层。开场先讲情境，不要先讲概念。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两个故事对照讲，学生很容易理解「为什么要管」。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用「档案/便签/档案室」类比，学生秒懂。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现场做一次摘要：给一段 10 轮对话，让学生写 200 字摘要。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强调：这不是流程建议，是宪法 v1.1 的工业红线。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让学生现场写这条测试，比看十遍代码有用。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对应第 15 讲的模型版本回滚，前后呼应。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巡场重点：是否有人绕过 approve 直接写库。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红线验证必须跑测试，不能只讲代码逻辑。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现场跑一遍错误实现，让他们看到未审批技能真的会露出来。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没有测试证据的，红线项按 0 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下一讲进入决策：从「记得住」到「判得准」。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M2 智能体内核  ·  第 09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记忆与技能：Hermes 三层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档案 / 会话 / 事件，技能四态与审批红线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1.5 / 实践 2.5）｜机房｜学校教师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双故事导入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12 万 token 与老师傅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三层记忆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分工与容量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技能管线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提案到回滚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红线验证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未审批不可见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说出三层记忆的用途与容量策略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说出技能四个状态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说出冻结/回滚的作用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实现档案/摘要/事件检索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实现技能提案到回滚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用测试证明未审批不可加载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建立受控学习意识：AI 可以变强，但必须有人签字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同一个设备，工程师问了三次型号，智能体答了三次，每次重新查。团队把所有对话塞进上下文，一周后 12 万 token、响应 40 秒、账单翻 6 倍。另一边，老师傅说：这种异响，先看联轴器。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委托方：知识管理组 / 老师傅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核心矛盾：记忆越多越聪明 vs 记忆越多越贵越危险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记忆越多越好吗？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会话摘要该丢什么、留什么？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技能能不能自动生效？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审批过的技能变差了怎么办？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记忆里的数据要不要隔离？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TWO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两个故事，一个结论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故事一：全量上下文 → 12 万 token、40 秒响应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故事二：老师傅的经验 → 想沉淀但不敢让它自动生效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结论一：记忆要分层，不是越多越好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结论二：技能要审批，不是学会就用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本质：记忆与技能都是「能力扩张」，必须可控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AI 变强不可怕，可怕的是它在你不知道的时候变强。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三层记忆：档案 / 便签 / 档案室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4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2194560"/>
                <a:gridCol w="274320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容量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更新时机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 档案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设备型号、基线、关键度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结构化，长期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台账变更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L2 会话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本次对话摘要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≤2000 字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每轮滚动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L3 事件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历史告警/工单/案例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按需检索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事件产生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记忆的成本是 token、延迟、隐私；所以必须分层，按需加载。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SUMMARY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会话摘要：丢过程，留结论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留：结论、证据引用、未决问题、用户偏好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丢：中间推理、重复确认、工具原始返回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上限：2000 字，超出按优先级截断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可追溯：被丢弃内容保留索引，需要时可回查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禁止：把摘要当事实来源（它只是压缩）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摘要的目标不是「记得多」，是「记得对」。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SKILL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技能四态：生效只有一条路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461"/>
                <a:gridCol w="4402922"/>
                <a:gridCol w="4002656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可被加载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PENDING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候选，等待审批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APPROVED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已审批，生效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REJECTED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驳回，留档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SUPERSEDED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被新版本替代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否（可回滚）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红线：load_active() 只查 status=APPROVED。代码级，不是口头约定。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RED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红线怎么落在代码里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app/memory/skills.py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SKILL_STATUSES = ("PENDING", "APPROVED", "REJECTED", "SUPERSEDED")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def approve(tenant_id, skill_id, approved_by):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row = fetch(skill_id)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if row["status"] != "PENDING":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raise ValueError("only PENDING can approve")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update(status="APPROVED", approved_by=approved_by)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def load_active(tenant_id, limit=20):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# 只返回 APPROVED —— 未审批技能永远不可见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return query("SELECT ... WHERE tenant_id=%s AND status='APPROVED'")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def rollback(tenant_id, skill_id, operator):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# 同时回滚技能与判据版本（冻结快照）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验证方式只有一个：写测试，证明未审批不可见。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FREEZE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冻结快照：回到「已知良好」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快照内容：技能状态 + 判据版本 + 模型版本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触发时机：发布前、大版本变更前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回滚粒度：整体回滚，不做部分回滚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回滚后：旧版本立即失效，新请求用旧配置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留痕：谁、何时、为什么回滚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回滚能力，是「敢上线」的前提。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实操：走完一条技能的全生命周期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触发条件/反例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5560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56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56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提案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PENDING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388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APPROVED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加载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可见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052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052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052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替代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052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SUPERSEDED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883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83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83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回滚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883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恢复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每一步都要留痕：时间、操作人、状态变化。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三层记忆各有用途与上限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摘要保留结论与证据引用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技能四态流转完整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未审批 100% 不可加载（有测试）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回滚后旧版本立即失效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全链路有操作人与时间戳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load_active 忘过滤状态（最常见）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回滚只回滚技能，不回滚判据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摘要把所有内容都留下，等于没摘要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跨租户检索没拦住，A 厂读到 B 厂经验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第一条是「一票否决」级别的错误。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记忆分层合理性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技能链路完整性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红线验证证据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文档与留痕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记忆要分层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档案/会话/事件，按需加载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摘要要会丢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丢过程，留结论与证据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技能必须审批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生效只有 APPROVED 一条路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回滚要整体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技能 + 判据 + 版本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设计一条「误报处置」技能（含反例）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把记忆层接入第 05 讲的工具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补一条跨租户隔离测试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准备阶段评审 R2 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位置：artifacts/T09_技能链路/
截止：课后 48 小时
必写：README + 测试输出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10 讲 · 诊断与证据链：让结论站得住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阶段评审 R2 在第 9 讲末，带上能跑的演示。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