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15 讲，可观测与治理：看得见才管得住。开场先讲情境，不要先讲概念。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问学生：如果现在线上出问题，你能在 10 分钟内定位吗？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现场展示一条 trace 树，让学生找「哪一步最慢」。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对应第 09 讲技能版本、第 10 讲判据版本，形成「三版本」治理。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用三组数据演示：稳定、真漂移、季节波动。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用一张对比表讲清 MCP vs A2A，学生常混。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巡场重点：span 是否有 parent，版本号是否具体。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抽查一条预测，要求 1 分钟内说出用的哪个版本。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算一笔账：6 小时排查的人力成本 vs 接入 trace 的成本。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本讲分值不高，但答辩时评委会追问。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下一讲：把所有东西装进一个交付包。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M4 工程化交付  ·  第 15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可观测与治理：看得见才管得住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OTel GenAI、模型版本、漂移检测与 A2A 跨域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1.0 / 实践 3.0）｜机房｜学校教师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事故导入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6 小时查不出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可观测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三层 span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治理实操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版本与漂移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A2A 联调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跨域任务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 GenAI span 三层结构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说出模型版本登记字段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说出双窗口漂移原理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8464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4. 说出 A2A 任务状态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配置 trace 并下钻到工具级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登记版本并跑漂移检测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完成 A2A 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建立「没有记录等于没发生」的习惯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客户投诉：昨天诊断结果不对。团队查了 6 小时：日志有但没有 trace_id 串起来；模型版本换了但没人知道哪天换的；供应商说按接口调的，但没有任何调用记录。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委托方：运维中心 / 供应商质量部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核心矛盾：出问题要追溯 vs 平时没人记录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日志和 trace 有什么区别？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模型版本为什么要登记？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漂移检测为什么用双窗口？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z 值多大算漂移？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供应商能调我们的工具吗？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THREE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6 小时排查，三个缺失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缺失一：没有 trace_id，日志串不起来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缺失二：没有版本记录，不知道哪天变的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缺失三：没有调用审计，供应商说不清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结果：只能靠猜，最后靠重启「解决」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代价：6 小时 + 客户信任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可观测不是「有日志」，是「能回答问题」。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GenAI 三层 span：请求 → 模型 → 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693"/>
                <a:gridCol w="4124959"/>
                <a:gridCol w="4321386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关键属性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会话 span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tenant / session_id / user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串起一次完整交互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 span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model / version / tokens / cost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算成本、查版本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 span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 / args_hash / status / ms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定位慢与错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关联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trace_id 全链路透传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日志/trace/指标互跳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span 没有父子关系，就是一堆孤立的点。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模型版本：每次预测都能回答「谁算的」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app/model/registry.py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model_version (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model_id, version, task, metrics,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trained_at, approved_by, status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prediction (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..., model_version_id, trace_id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-- 任何一条预测结果，都能反查到：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-- 哪个模型版本、什么时候训练的、谁批的、当时指标多少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版本号写 latest，等于没有版本。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双窗口 z 漂移：短窗灵敏，长窗稳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693"/>
                <a:gridCol w="3928533"/>
                <a:gridCol w="4517813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做法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短窗口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最近 7 天均值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快速发现突变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长窗口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 90 天基线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稳定参照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值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(短 − 长) / 长标准差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标准化偏差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|z| &gt; 2 告警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可按误报率调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误报控制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 2 个窗口超阈值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防抖动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只用一个窗口，不是太灵敏就是太迟钝。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A2A：跨组织协作的边界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Agent Card：声明能力与端点（/.well-known/agent.json）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tasks/send：发起任务，返回 task_id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tasks/{id}：查询状态与结果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边界：只暴露受限任务，不给内部工具直连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场景：供应商质量上报（FR-907）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A2A 是「组织之间」的协议；MCP 是「模型与工具之间」的协议。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实操：把黑盒变成玻璃盒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加 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三层 span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下钻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工具级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登记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模型版本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跑漂移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 组数据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调 A2A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send + 查询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出看板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版本/漂移/成本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看板不是给领导看的，是给你自己出事时看的。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请求可下钻到工具级 span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预测可追溯到模型版本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漂移告警有阈值与误报率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A2A 调用成功且状态可查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看板含版本/漂移/成本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审计日志含 trace_id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span 全是平铺，没有父子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版本号写 latest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漂移阈值拍脑袋，没有误报率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A2A 发完任务不查状态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可观测的成本很低，不可观测的成本很高。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本讲评分（2.5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trace 完整性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版本治理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漂移检测合理性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A2A 联调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2.5分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日志是点，trace 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没有线串不起来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版本必须具体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latest 等于没有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漂移要双窗口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灵敏与稳定兼顾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MCP 对内，A2A 对外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别混用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设计「模型回滚」判定条件与步骤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 trace 接入现有日志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补一条漂移误报分析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开始准备交付包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位置：artifacts/T15_治理/
截止：课后 48 小时
必写：README + 看板截图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16 讲 · 交付答辩：42 项验收与复盘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下周验收。你现在能证明「这些加起来是一个能用的系统」吗？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