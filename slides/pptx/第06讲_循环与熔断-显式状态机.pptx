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06 讲，循环与熔断：显式状态机。开场先讲情境，不要先讲概念。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3% 这个数字来自上游项目注释，可直接引用。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让学生找出「异常边」：工具报错、超时、权限拒绝分别去哪。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问学生：8 轮 × 每轮 8k token = 多少成本？让他们对钱有感觉。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现场演示：让模型说完成，Hook 拒绝，trace 里能看到 reject 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对应第 15 讲的 OTel：trace 是数据结构，span 是它的可视化。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提供工具桩：可配置「总是返回相同结果」。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验收方式：交换 trace，让对方说出「第几步开始异常」。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强调：成功路径本来就该顺，异常路径才需要证据。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企业导师看「这个熔断阈值在现场合不合理」。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下一讲：循环有了，权限怎么管。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M2 智能体内核  ·  第 06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循环与熔断：显式状态机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九态状态机、三类熔断、Stop Hook 与 trace 回放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事故导入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绕了 12 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九态与转移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故障注入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制造乒乓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trace 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哪步该早停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说出九个状态与转移条件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说出三类熔断参数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 trace 的字段构成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实现/修改 LoopController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注入故障并触发熔断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用 trace 复现异常循环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建立可预测性意识：不接受「有时候会这样」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一次演示中，智能体为确认设备在线，连续调了 8 次 get_asset，每次返回都一样。第 9 次开始调 list_alerts，第 12 次又回到 get_asset。演示结束，账单 3.7 元，问题没解决。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委托方：运维值班组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核心矛盾：模型自由发挥 vs 工业系统要求可预测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模型自己会停吗？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max_turns=8 是拍脑袋吗？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熔断后应该报错还是降级？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trace 里最该记什么？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Stop Hook 怎么判断「假完成」？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THREE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自由循环的三种失控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乒乓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两个工具来回调，参数几乎不变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绕圈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同一个工具反复调，结果一样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无限重试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报错后不停重试，直到烧完预算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共同点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模型没有「预算」概念，必须外部强制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代价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钱、时间、以及「演示失败」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自由 ReAct 在约 3% 的情况下会进入乒乓。工业场景不能接受 3%。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九态状态机：每个状态只能去固定的几个地方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330"/>
                <a:gridCol w="4242816"/>
                <a:gridCol w="4646893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可转移至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IDLE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待机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CLARIFY / PLAN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CLARIFY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澄清需求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 / ESCALATE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生成计划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 / ESCALATE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权限判定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 / ESCALATE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执行工具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OBSERVE / ESCALATE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OBSERVE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观察结果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VERIFY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VERIFY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校验完成度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DONE / PLAN / ESCALATE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DONE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终态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ESCALATE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终态（转人工）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禁止 PLAN 直接跳 DONE：没有执行与校验的完成，都是假的。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CIRCUIT 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三类熔断：轮次、时长、成本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app/harness/loop.py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MAX_TURNS = 8            # 轮次：覆盖 95% 正常任务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WALL_TIME_LIMIT_S = 120  # 墙钟：防卡死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TOKEN_BUDGET = 60_000    # token：防烧钱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COST_LIMIT = 0.8         # 元/次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for turn in range(MAX_TURNS):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time.time() - started &gt; WALL_TIME_LIMIT_S: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return escalate("wall_time_exceeded")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...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return escalate("max_turns_exceeded")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熔断不是失败，是保护；但必须显式（ESCALATE + 原因码），不能静默。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STOP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Stop Hook：拦住「假完成」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假完成一：说「已完成」，但没有任何证据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假完成二：只跑了只读工具，没做要求的写操作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假完成三：结果缺字段，但声称满足 DoD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Hook 检查：证据是否存在、DoD 是否满足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不通过：拒绝结束，转 VERIFY 或 ESCALATE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这是防「AI 摸鱼」的最后一道闸。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trace 结构：让任何一次执行都能回放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461"/>
                <a:gridCol w="4202789"/>
                <a:gridCol w="420278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trace_id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全局唯一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串联日志与 span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states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状态序列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看走了哪条路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spans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每步工具/参数摘要/耗时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定位慢与错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turns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判断是否绕圈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elapsed_ms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总耗时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 SLA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没有 trace 的智能体，出事只能靠猜。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实操：制造一次乒乓，再修好它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画图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状态转移图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跑正常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导出 trace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注入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工具返回相同结果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是否乒乓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重复检测 + 熔断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trace 对比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故障注入是本讲核心：不制造故障，就学不会熔断。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状态图含全路径与异常边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任意执行都有完整状态序列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熔断有明确原因码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故障可复现且修复后验证通过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Stop Hook 拦住至少 1 个假完成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trace 可被他人复现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只在成功路径记状态，异常路径断链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熔断后返回空结果，调用方以为成功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trace 只记工具名，不记参数摘要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Stop Hook 写成「总是通过」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trace 的价值在异常路径，不在成功路径。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状态机正确性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熔断配置合理性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 可读性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故障分析深度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模型不会自己停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预算必须外部强制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状态机保证可预测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每次转移都可日志化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熔断要显式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ESCALATE + 原因码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trace 是事故复盘的前提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没有它只能猜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为批量诊断设计并发与限流策略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trace 接入日志系统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补一条「权限拒绝」的异常边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预习：allow / ask / deny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位置：artifacts/T06_状态机/
截止：课后 48 小时
必写：README + trace 文件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07 讲 · 权限与红线：¥5 万与提示注入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今天这讲最重要：一条红线，能决定系统能不能上线。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