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05 讲，智能体解剖：Model + Harness。开场先讲情境，不要先讲概念。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让学生找：这四步里，哪一步是产品经理能拦住的？哪一步只能靠工程？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强调：这不是「最佳实践」，是「最小可用集合」。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现场改一个学生的工具描述，把模糊描述改成可执行描述。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让学生给自己的 6 个工具定级，然后互相挑刺。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走读顺序：先看 Tool 定义，再看注册表，最后看 execute 的异常处理。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举一个真实例子：模型在工具超时后编造了一个设备状态。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巡场重点：是否有人把 6 个能力做成 2 个万能工具。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抽一组现场调用工具，看返回结构是否稳定。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把这两条规则写在白板上，巡场时反复引用。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分级错一个 critical，整项降一级。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下一讲讲循环：工具有了，怎么保证它不被乱调。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M2 智能体内核  ·  第 05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智能体解剖：Model +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七组件、12 个工具、副作用分级与失败处理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1.5 / 实践 2.5）｜机房｜学校教师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事故导入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87 张空工单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七组件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Harness 全景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工具设计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schema 与分级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工具评审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为什么是 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 Harness 七组件职责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说出工具 schema 五要素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说出副作用三级判定标准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为 6 个能力设计工具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标注副作用与幂等策略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接入统一执行入口跑通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建立能力边界意识：越清楚越安全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第一版智能体把能力写进 400 行 prompt。演示很顺。上线第三天，它把「查设备」理解成「查所有设备」，拉了 1200 条记录，又把「建工单」理解成「批量建工单」，创建了 87 张空工单。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委托方：平台架构组 / 安全合规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核心矛盾：能力写在提示词里 vs 能力必须有契约与边界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为什么不能把所有能力写进 prompt？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get_asset 和 list_assets 要不要合成一个？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ack_alert 是 read 还是 write？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工具返回 10MB JSON 会怎样？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工具报错了，模型会怎么办？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POST-MORTEM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87 张空工单：失控的四步链条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第一步：能力写在 prompt，没有参数约束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第二步：没有分页与上限，一次拉全量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第三步：写操作没有人工确认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第四步：没有幂等，重试就重复建单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结果：不是模型笨，是系统没边界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复盘结论：把「能力」变成「工具」，把「工具」变成「契约」。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SEVEN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Harness 七组件：各管一段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461"/>
                <a:gridCol w="4603055"/>
                <a:gridCol w="3802523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本课程讲次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Loop 循环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状态机、熔断、trace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06 讲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 工具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注册、schema、执行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05 讲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Gate 权限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allow/ask/deny、双人复核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07 讲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Hooks 钩子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pre/post/stop，拦假完成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06 讲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Sandbox 沙箱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资源限制、隔离执行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07 讲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OTel 可观测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三层 span、指标、日志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15 讲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Eval 评测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黄金用例、通过率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13 讲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七件套不是清单，是一条链：任何一环缺失，事故都会从那里漏过去。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TOOL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工具 schema 五要素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328"/>
                <a:gridCol w="4402922"/>
                <a:gridCol w="4202789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要求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反例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一个动词 + 名词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handle_asset_everything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描述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一句话说清做什么、不做什么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查询设备相关信息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类型/必填/范围/默认值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params: object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结构固定、可分页、有错误码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返回一大坨 JSON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副作用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read/write/critical + 理由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没写，默认当只读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工具是给模型看的 API 文档，也是给人看的责任边界。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SIDE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副作用三级：三问定级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195"/>
                <a:gridCol w="3402258"/>
                <a:gridCol w="2401593"/>
                <a:gridCol w="3001992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等级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默认策略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不改任何状态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查档案、查趋势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allow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write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改状态但可撤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确认告警、提交点检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ask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critical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涉停机/大额/安全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关闭告警、下采购单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ask + 双人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三问：会改数据吗？改错能撤吗？影响钱还是安全？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REAL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真实工具定义长什么样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app/harness/tools.py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@dataclass(frozen=True)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class Tool: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name: str                 # 一个动词 + 名词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description: str          # 做什么 / 不做什么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parameters: dict          # JSON Schema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side_effect: str          # read / write / critical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handler: Callable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_TOOLS = [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Tool("get_asset", "查询单台设备档案（不含诊断）", {...}, "read", _tool_get_asset),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Tool("ack_alert", "确认或关闭告警；关闭需二次确认", {...}, "critical", _tool_ack_alert),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Tool("submit_inspection", "提交点检结果", {...}, "write", _tool_submit_inspection),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...  # 共 12 个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def execute(name, arguments):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tool = get_tool(name) or raise_unknown(name)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12 个工具里只有 2 个写操作，但这 2 个决定了系统的安全边界。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每个工具都要回答：失败了怎么办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超时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3 秒；超时返回可重试错误码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重试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只对只读工具自动重试，写操作不自动重试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幂等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写操作带幂等键，重复调用不重复生效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限流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按租户/工具限流，防雪崩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降级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工具不可用时返回明确不可用，不返回假数据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最危险的不是报错，是「报错后编一个结果」。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实操：6 个工具从能力卡到可调用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读卡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判断最小粒度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5560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56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56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参数与返回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88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定级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副作用 + 理由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接入口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跑通只读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52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052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52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写失败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052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超时/重试/幂等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883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3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3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出分级表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883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供第 07 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先跑通两个只读工具，再谈写操作。顺序反了容易出安全事故。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6 个工具均只有一个明确动作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每个工具有参数 schema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write/critical 全部标注理由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每个工具回答了失败怎么办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至少 2 个工具实际跑通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输出可直接用于第 07 讲的分级表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万能工具：一个工具 8 个参数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描述写「查询相关信息」，模型只能猜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写操作自动重试，重复建单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工具返回全量数据，撑爆上下文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规则：参数 &gt; 4 个必须拆；返回 &gt; 50 条必须分页。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工具粒度与 schema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副作用分级准确性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失败处理设计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评审表达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组间互评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能力要工具化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prompt 是建议，工具是契约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一个工具一个动作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粒度就是安全边界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副作用必须显式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read/write/critical + 理由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失败要有预案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超时、重试、幂等、降级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为「备件调拨」设计工具，说明为何 critical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补全 6 个工具的错误码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把分级表发给第 07 讲备课用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预习：什么是工具乒乓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位置：artifacts/T05_工具注册表/
截止：课后 48 小时
必写：README + 分级理由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06 讲 · 循环与熔断：显式状态机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带上你们的工具——今天要看它会不会被调到停不下来。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