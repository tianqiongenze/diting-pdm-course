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11 讲，世界模型 L1：反事实推演。开场先讲情境，不要先讲概念。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明确本课程只做 L1，L2 作为延伸阅读，不增加负担。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现场手算 3 个点的权重，让学生看到衰减。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强调：不写假设的反事实，是耍流氓。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用三组数据对比：正常、样本少、噪声大，区间宽度差异明显。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现场演示：2 个点拟合出的区间宽到毫无意义。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巡场重点：是否有人把 null 当成失败，硬凑一个数。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抽查一份报告：区间是怎么算出来的，能否复算。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把「固定 ±5」的错误实现跑一遍，让学生看区间有多假。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企业导师看「这个区间能不能拿去跟生产谈」。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下一讲：把诊断、预测、约束放在一起做决策。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M3 决策智能  ·  第 11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世界模型 L1：反事实推演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加权退化、干预模拟、区间估计与「无法推演」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1.5 / 实践 2.5）｜机房｜学校教师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情境导入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23 天没有误差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建模方法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加权拟合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反事实实操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第 7 天保养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区间研讨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为什么这么窄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说出加权线性退化与半衰期作用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说出反事实三要素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说出必须返回 null 的三种条件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拟合退化模型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执行反事实并输出区间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正确判断无法推演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建立「不假装确定」的科学态度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生产问：如果第 7 天停机保养，能省多少？第一版答：预计延长寿命 23 天。生产追问：误差多少？系统答不出来。第二版学乖了：23 天（区间 9–41 天），样本 12 个点。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委托方：生产计划部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核心矛盾：业务要一个确定答案 vs 科学只能给区间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为什么不用所有历史数据等权？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半衰期 30 天怎么定？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反事实是预测吗？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区间越窄越好吗？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样本只有 2 个点，能不能给结论？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WHY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为什么需要「世界模型」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诊断回答：现在怎么样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预测回答：未来会怎样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世界模型回答：如果我做 X，会怎样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没有它，决策只能靠经验拍脑袋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L1 先用统计模型：可解释、可复现、可测试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先能算清楚，再谈聪明。L2 神经世界模型是后续扩展。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加权线性退化：近期数据更重要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app/world/model.py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HI(t) = a + b * t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权重：w = 0.5 ** (age_days / half_life)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HALF_LIFE_DAYS = 30.0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w_i = 0.5 ** (age_i / HALF_LIFE_DAYS)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b = sum(w*(t-t_bar)*(hi-hi_bar)) / sum(w*(t-t_bar)**2)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a = hi_bar - b * t_bar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resid_std = sqrt(sum(w*(hi - (a+b*t))**2) / sum(w))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样本 &lt; 3 / 无时间跨度 / 斜率 &gt;= -0.01/天 → return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半衰期的含义：30 天前的数据，权重只有今天的一半。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COUNTERFACTUAL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反事实三要素：干预、重置、轨迹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461"/>
                <a:gridCol w="4202789"/>
                <a:gridCol w="420278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要素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本课例子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干预点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在第几天做什么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7 天保养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重置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干预后状态如何变化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HI +20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轨迹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之后按什么速率衰减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−0.5/天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其他条件不变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工况、负载不变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反事实不是预言，是「在假设下的推演」。假设必须写出来。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区间估计：95% 不是保证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593"/>
                <a:gridCol w="4402922"/>
                <a:gridCol w="3802523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残差 std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加权残差标准差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模型拟合误差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 值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1.96（95%）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正态近似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区间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mean ± 1.96×std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未来单点的不确定性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样本量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参与拟合的点数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样本越少越不可信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区间越窄不代表越准，可能只是样本少、模型过拟合。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什么时候必须说「无法推演」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样本 &lt; 3：拟合没有意义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无时间跨度：所有点同一天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斜率 ≥ −0.01/天：几乎没有退化趋势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存在未建模的重大事件：大修、换件、工况变更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处理：返回 null + 原因码，不给假数字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说「不知道」是专业能力，不是能力不足。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实操：三组数据，三种结论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正常组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拟合+区间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样本不足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返回 null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噪声大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区间很宽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画图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标干预点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写假设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边界条件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出模型卡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适用/失效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报告必须包含：假设、区间、样本量、失效场景。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所有预测带 lo/mean/hi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干预后有重置且说明依据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三种 null 条件正确触发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模型卡写明假设与失效场景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图上标注样本数与跨度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结论可用于成本测算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四个高频错误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区间用固定 ±5，不用残差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忘记重置，直接延长原曲线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斜率符号搞反（越修越坏）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样本 2 个也给结论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最危险的不是误差大，是误差不写。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本讲评分（3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拟合正确性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反事实逻辑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不确定性表达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模型卡质量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企业导师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近期数据更重要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指数衰减，半衰期 30 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反事实要写假设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干预、重置、轨迹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区间比点值诚实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mean ± 1.96×std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该说不知道就说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null + 原因码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比较提前 7 天与 14 天保养的净收益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为模型卡补一条失效案例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把区间画进方案卡（预习第 12 讲）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预习：四角色会诊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位置：artifacts/T11_反事实/
截止：课后 48 小时
必写：README + 区间图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12 讲 · 多角色会诊：四角色 + Evaluator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带上你们的区间——今天要用它说服四个部门。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