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02 讲，需求工程：把一句抱怨变成规格。开场先讲情境，不要先讲概念。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把这份反例打印出来发给学生，让他们逐句找茬。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每种句式让学生现场造一句，用他们自己的项目场景。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NFR 是最容易被写成废话的地方。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现场让一组把「报警要及时」改成可验收条目，其他组挑刺。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强调「待确认问题」清单是专业度的体现，不是能力不足。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逐行讲：触发条件、动作、阈值、验收、证据、元数据。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交叉验收时，验收方随机抽一条需求，要求作者现场写出测试用例。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现场做一次删词游戏，效果很好。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企业导师重点看「这条需求现场能不能验」。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提醒：下一讲要用这份需求做架构，没交的组会卡住。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M1 认知与规格  ·  第 02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需求工程：把一句抱怨变成规格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EARS 句式、验收标准、追溯矩阵与需求评审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1.0 / 实践 3.0）｜机房｜学校教师 + 企业导师 2h 评审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反例拆解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无法验收的需求书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方法学习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EARS 与验收标准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转写实操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10 FR + 5 NFR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企业评审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逐组点评与修订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 EARS 五种句式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区分 FR 与 NFR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说出验收标准三要素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把 3 条口语需求转成 ≥10 条 FR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写出 ≥5 条量化 NFR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建立 RTM 追溯矩阵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形成「不可判定 = 无效」的职业习惯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老周又来了，三句话：提前一周知道设备快坏了；别老报警；大修要能提前备件、提前排产。项目经理写成「系统应具备高准确性预测能力」。老周问：准确率多少算准确？全场沉默。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委托方：设备科 / 采购与法务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核心矛盾：「及时准确」无法验收：及时是几秒？准确是几个点？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「及时准确」——及时是几秒？准确是几个百分点？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这条是需求还是方案？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如果只能留 5 条需求，留哪 5 条？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需求改了，怎么知道哪些测试要改？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验收时甲方说「不是这个意思」，谁的责任？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COUNTER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一份「无法验收」的需求书长什么样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「系统应具备高准确性预测能力」——多准算准？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「报警要及时准确」——及时几秒？准确几个点？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「支持维修决策」——支持到什么程度？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「界面友好、运行稳定」——谁来判定？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结果：开发做完，甲方说「不是这个意思」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判定标准只有一条：能不能写出一条测试用例。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EARS 五种句式（中文写法）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3756660"/>
                <a:gridCol w="5082539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句式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系统应……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系统应保存最近 90 天指标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当……时，系统应……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 HI 连续 3 天下降时，系统应生成预警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在……期间，系统应……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在断网期间，系统应本地诊断并标记降级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可选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若具备……，系统应……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若具备电流互感器，系统应计算电流偏差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非期望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若……，系统不应……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若证据不足，系统不应输出「正常」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EARS 的价值不是格式，是逼你把触发条件写清楚。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FR vs NFR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功能需求 vs 非功能需求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4983480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FR：做什么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诊断返回五维分解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预警提前 7 天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方案卡需人工确认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工单可回写状态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74519"/>
            <a:ext cx="4983480" cy="54864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NFR：做到什么程度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P95 ≤ 800ms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误报率 ≤ 5%/周/设备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并发 50 无错误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审计日志保留 180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NFR 必须四件套：指标 + 阈值 + 测量方法 + 测量条件。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验收标准三要素：缺一不可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前置条件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什么数据、什么状态、什么环境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动作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系统做了什么、输入是什么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可观测结果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输出什么、阈值多少、怎么测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反例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「准确率 95%」——样本口径、时间窗、判定方式全缺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正例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20 台历史故障设备回放，≥16 台在停机前 7±1 天预警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写不出验收标准的需求，本质上是「愿望」。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需求转写五步法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975103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拆场景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谁、在什么情况下、要做什么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35224" y="1965960"/>
            <a:ext cx="1975103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 FR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一条一个动作，给唯一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93207" y="1965960"/>
            <a:ext cx="1975103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配验收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前置/动作/结果/阈值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51192" y="1965960"/>
            <a:ext cx="1975103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 NFR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性能/可靠/安全/可维护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09176" y="1965960"/>
            <a:ext cx="1975103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9176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建 RTM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需求→模块→用例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先写「待确认问题」，再写需求——不知道的先问，别猜。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一条合格需求长什么样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FR-03 · 设备劣化预警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FR-03  设备劣化预警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当设备健康指数连续 3 天下降，且日劣化速率 &gt;= 1%/天 时，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系统应生成「预警」事件，预警提前量 &gt;= 7 天（以实际停机日为基准，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允许 ±1 天误差）。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验收标准：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用 20 台历史故障设备回放，&gt;= 16 台在停机前 7±1 天内产生预警；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预警事件必须携带：测点、时间窗、五维分解、规则版本号。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优先级：Must    来源：老周访谈 2026-10-12    状态：已评审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注意最后一行：来源与状态，是需求可追溯的开始。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每条 FR 有唯一 ID 与验收标准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5 条 NFR 全部量化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RTM 无孤立需求/用例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≥3 条待确认问题已列给企业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全文无不可判定形容词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评审意见已形成修订记录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四个高频错误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把方案当需求（「用 Kafka」）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 NFR 写成形容词（「高效稳定」）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一条需求塞五个动作，无法测试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只写正常路径，不写异常与降级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删词游戏：把所有形容词删掉，看这句话还剩什么。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需求可判定性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NFR 量化质量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RTM 完整性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评审应对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需求是合同附件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写不清，验收就扯皮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EARS 逼你想触发条件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什么时候、什么状态、什么异常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NFR 必须四件套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指标/阈值/方法/条件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RTM 是变更的安全网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一处改，三处查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按评审意见修订为 v1.0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 200 字变更说明（改了什么、为什么）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 3 条待确认问题发给企业导师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预习：什么是限界上下文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位置：artifacts/T02_需求规格/
截止：课后 48 小时
必写：README + 变更说明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03 讲 · 架构与领域：六功能块到限界上下文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带上你们的需求 v1.0——今天要把它变成 8 个边界。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