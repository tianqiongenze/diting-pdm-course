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16 讲，交付答辩：能证明，才算完成。开场先讲情境，不要先讲概念。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把清单打印出来，让学生逐条填「证据位置」。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现场计时演练一遍，超时直接打断，训练节奏。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现场抽 3 题快问快答，训练临场。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给一个反例：「时间不够」不是复盘，是借口。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宣读一遍，语气要重。这是最后一课最重要的内容。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自检不过的组，先补证据再答辩。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位评委独立打分，去掉最高最低取平均。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回到第 01 讲的那句话：预测的终点是决策，工程的终点是交付。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M4 工程化交付  ·  第 16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交付答辩：能证明，才算完成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42 项验收、8 分钟陈述、复盘四问与经验沉淀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0.5 / 实践 3.5）｜机房/企业会议室｜教师 + 企业评委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自检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42 项逐条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答辩训练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结构与计时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正式答辩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8′ + 7′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复盘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四问与经验卡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说出验收清单六大类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说出答辩五段结构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说出复盘四问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完成 42 项自检并给证据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8 分钟讲清问题—方案—证据—价值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写出可复用经验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建立交付即承诺的职业态度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周五下午，客户发来一句话：下周一验收，请准备好材料。团队翻遍仓库：代码有、文档有、测试有，但没人能证明「这些加起来是一个能用的系统」。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委托方：集团验收委员会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核心矛盾：我做完了 vs 我能证明我做完了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清单打勾了，证据在哪？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你的系统解决了什么问题，值多少钱？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如果现在让你上线，你敢吗？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这次最该改的一件事是什么？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你学到的最有用的一件事，能教给别人吗？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42 项验收：六大类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263"/>
                <a:gridCol w="4435671"/>
                <a:gridCol w="3857105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关注点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项数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功能完整性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主链路能不能走通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性能与容量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P95、并发、缓存、成本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安全与合规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权限、注入、审计、红线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可靠性与降级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缺数据、熔断、断网、重启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 可运维性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健康检查、部署、配置、trace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 文档与交接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启动、接口、部署、运维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通过率 =（✅ + 0.5×⚠️）/ 42；低于 70% 直接不及格。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8 分钟陈述：五段结构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975103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背景 1′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什么问题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35224" y="1965960"/>
            <a:ext cx="1975103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方案 3′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怎么做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93207" y="1965960"/>
            <a:ext cx="1975103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证据 2′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凭什么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51192" y="1965960"/>
            <a:ext cx="1975103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价值 1′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值多少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09176" y="1965960"/>
            <a:ext cx="1975103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9176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反思 1′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哪里不足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评委只关心两件事：证据在哪、值多少钱。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评委常问 10 题（挑 3 个准备）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442"/>
                <a:gridCol w="6885271"/>
                <a:gridCol w="2791326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回答要点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你怎么证明这个结论是对的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证据链 + 测试 + 复现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模型给错建议会怎样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权限门 + 人工确认 + 免责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上线后谁维护、怎么维护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运维手册 + 监控 + 回滚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为什么选这个技术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约束 + 权衡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数据不出厂怎么做到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摘要上行 + 分级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答不上来就说「这块我们没做好」，比编一个答案得分高。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复盘四问：不许写「时间不够」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做了什么（事实，不评价）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凭什么说做好了（证据）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哪里没做好（至少 3 条，具体到动作）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下次怎么改（可执行，不是「更努力」）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产出：3 条可复用经验 → 技能提案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复盘的价值在「具体」，不在「深刻」。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VETO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一票否决：这四条没有商量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向 PLC/DCS/SIS 下发控制指令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伪造测试结果或验收记录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隐瞒已知严重缺陷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泄露企业真实生产数据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技术可以学，诚信不能补。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答辩前自检（DoD）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42 项通过率 ≥70%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每项有证据位置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PPT ≤8 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8 分钟内能讲完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能回答证据/价值/上线三问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复盘含 3 条真实不足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终结性评分（40%）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交付物验收（42 项）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评委组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答辩陈述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评委组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问答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评委组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40分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全课程小结：4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智能体是执行系统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不是更聪明的聊天框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约束是交付前提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权限、证据、降级、成本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证据高于结论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每条结论都能被追问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能证明才算完成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交付即承诺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把交付包整理成作品集（GitHub + 1 页说明）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 3 条经验写成技能提案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给下一届留一条「别踩这个坑」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延伸方向：L2 世界模型 / 多智能体 / 边缘推理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位置：artifacts/T16_交付/
截止：答辩当天
必写：交付包索引 + 复盘报告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课程结束 · 但你的事故复盘才刚刚开始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把这次交付的 3 条经验，变成下一届的起点。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